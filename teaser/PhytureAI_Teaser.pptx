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</a:t>
            </a:r>
            <a:pPr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·　深圳市智遇未来科技有限公司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0" y="29260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种子轮 · 2026 年 9 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12700">
            <a:solidFill>
              <a:srgbClr val="0F1E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ROI 最高的工业具身智能落地：进厂真干活，半年全回本。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26464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我们走访拆解了 50+ 家工厂、12 类工序，选了 ROI 最高的一个切入：机器一天干 1.5 个人的活，客户半年全回本；每一台在产线上跑的机器，都在产出买不到、雇不来的真机数据。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611880" cy="269748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12848"/>
            <a:ext cx="54864" cy="2697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414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51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工序 · 全国约 20 万人在手工做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035808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某具体大行业的上下料操作，全国约 20 万人在手工做、一年约 140 亿元人工账单，几乎 100% 靠人。物料天天变，固定程序的自动化做不了。</a:t>
            </a:r>
            <a:endParaRPr lang="en-US" sz="110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我们的机器不改产线、接上电就干活，已在深圳真实工厂试点，一天的工作量是人工的 1.5 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2212848"/>
            <a:ext cx="3611880" cy="269748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8536" y="2212848"/>
            <a:ext cx="54864" cy="2697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4568" y="2414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651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飞轮 · 卖一台赚一台，数据边际成本为负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035808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客户半年全回本，之后每月都在省钱；我们卖一台赚一台。</a:t>
            </a:r>
            <a:endParaRPr lang="en-US" sz="110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台机器在产线上产出的真机干预数据，是训练物理大模型最稀缺的原料——买不到，也雇不来。装机越多，数据越多；靠这些真机数据不断训练模型，从一道工序开始，一类动作一类动作地扩下去。这是我们与纯模型公司、纯自动化公司的根本差别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19872" y="2212848"/>
            <a:ext cx="3611880" cy="269748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2212848"/>
            <a:ext cx="54864" cy="2697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5904" y="2414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651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· 从智谱出来，训练并开源过大模型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035808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创始团队来自智谱，在智谱期间训练并开源了 26 亿参数端到端物理大模型，现在的产品就在这个底座上微调。</a:t>
            </a:r>
            <a:endParaRPr lang="en-US" sz="110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CEO 清华计算机博士，前智谱大模型研究员；首席科学家为人大计算机系主任、国家优青；联合创始人为珠三角制造业一线企业家，全职加入创业。核心工程班底全员现金入股。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02352"/>
            <a:ext cx="11274552" cy="0"/>
          </a:xfrm>
          <a:prstGeom prst="line">
            <a:avLst/>
          </a:prstGeom>
          <a:noFill/>
          <a:ln w="9525">
            <a:solidFill>
              <a:srgbClr val="E3E9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5175504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走访拆解 50+ 家工厂、12 类工序　·　8 家工厂已签数据合作框架协议　·　6 家产业园区已签约合作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真机已进厂试点，模型在产线上运行　·　深圳市新质生产力示范项目　·　鲲鹏青年创新项目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650992"/>
            <a:ext cx="11274552" cy="86868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760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来现场看机器跑。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商业计划书只提供给来深圳大学城现场交流、看过真机的机构：半小时看机器干活，签署保密协议后当天发送。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760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彭俊坤 · 创始人 / CEO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18616943455 · pengjunkun@phyture.ai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深圳 · 南山区深圳大学城　公司官网 phyture.ai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</a:t>
            </a:r>
            <a:pPr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·　深圳市智遇未来科技有限公司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0" y="29260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种子轮 · 2026 年 9 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12700">
            <a:solidFill>
              <a:srgbClr val="0F1E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4124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为什么是这个工序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某具体大行业的上下料操作：全国约 20 万人在手工做，一年约 140 亿元人工账单。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487168" cy="1481328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487168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1031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20 万人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6148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全国做这个上下料操作的人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1828800"/>
            <a:ext cx="2487168" cy="1481328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828800"/>
            <a:ext cx="2487168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21031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140 亿元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76148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一年的人工账单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487168" cy="1481328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2487168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490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4074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这道工序占整个工厂人工的比例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3474720"/>
            <a:ext cx="2487168" cy="1481328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3474720"/>
            <a:ext cx="2487168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37490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约两成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4074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上下料人工占加工费的比例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285232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数字为公司走访核算的全国口径（2026 年 9 月）。行业与工序不在本材料中说明——来现场看机器跑。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18288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为什么至今只有人能干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2304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228600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物料天天变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2560320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每一单的件都不一样，形状、大小、批量都在变，今天和昨天不同。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2962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29443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固定程序的自动化做不了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3218688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能标准化的早被自动化接管了，剩下的都是柔性活。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36210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19088" y="360273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现有的最优解就是人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19088" y="3877056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招工越来越难、工资越来越高，这道工序至今几乎 100% 靠人。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43891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我们为什么选它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35040" y="471830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48646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4846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账最算得过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19088" y="5120640"/>
            <a:ext cx="5312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人工占加工费约两成；一台机器一天干 1.5 个人的活，客户半年全回本。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55229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19088" y="550468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进场门槛低，数据最稀缺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19088" y="5779008"/>
            <a:ext cx="5312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不改产线、接上电就干活；每天成千上万次真实抓放、物料天天不同，是训练物理大模型最缺的真机数据。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3E9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 · 深圳市智遇未来科技有限公司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902952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</a:t>
            </a:r>
            <a:pPr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·　深圳市智遇未来科技有限公司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0" y="29260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种子轮 · 2026 年 9 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12700">
            <a:solidFill>
              <a:srgbClr val="0F1E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4124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机器怎么干活，数据怎么回来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不改产线，接上电就干活；每一台机器都在产出买不到的真机数据。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机器怎么干活：三个「不」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04288"/>
            <a:ext cx="5486400" cy="82296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04288"/>
            <a:ext cx="54864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432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不改产线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机器放到工位旁边，接上电就干活。没有前置、后置改造，工厂不停线。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5486400" cy="82296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36976"/>
            <a:ext cx="54864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不用工程师调机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傻瓜式操作，工人自己换料、自己开机，容错性好。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69664"/>
            <a:ext cx="5486400" cy="82296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9664"/>
            <a:ext cx="54864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换料不用重新编程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物料天天变，机器靠模型认物料；新的件靠教，不靠改代码。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193792"/>
            <a:ext cx="5486400" cy="713232"/>
          </a:xfrm>
          <a:prstGeom prst="rect">
            <a:avLst/>
          </a:prstGeom>
          <a:solidFill>
            <a:srgbClr val="E0F7F3"/>
          </a:solidFill>
          <a:ln w="12700">
            <a:solidFill>
              <a:srgbClr val="E0F7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3035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一天干 1.5 个人的活 · 7×24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现状：已在深圳真实工厂试点，模型在产线上运行。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8288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数据怎么回来：卖一台，赚一台，长一圈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350008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56248" y="2660904"/>
            <a:ext cx="0" cy="365760"/>
          </a:xfrm>
          <a:prstGeom prst="line">
            <a:avLst/>
          </a:prstGeom>
          <a:noFill/>
          <a:ln w="19050">
            <a:solidFill>
              <a:srgbClr val="D9E4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230428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卖一台，赚一台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578608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客户半年全回本，我们每台有毛利，不靠补贴铺量。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026664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56248" y="3337560"/>
            <a:ext cx="0" cy="365760"/>
          </a:xfrm>
          <a:prstGeom prst="line">
            <a:avLst/>
          </a:prstGeom>
          <a:noFill/>
          <a:ln w="19050">
            <a:solidFill>
              <a:srgbClr val="D9E4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980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机器在产线上跑，数据自己长出来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55264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真机干预数据：买不到、雇不来，只有在真实产线上才有。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3703320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56248" y="4014216"/>
            <a:ext cx="0" cy="365760"/>
          </a:xfrm>
          <a:prstGeom prst="line">
            <a:avLst/>
          </a:prstGeom>
          <a:noFill/>
          <a:ln w="19050">
            <a:solidFill>
              <a:srgbClr val="D9E4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36576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数据训练模型，模型越来越能干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9319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认的物料更多，干得更稳，进厂更快。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4379976"/>
            <a:ext cx="310896" cy="31089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33425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下一个工序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460857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同样的方法扩到下一道工序、下一个行业。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5047488"/>
            <a:ext cx="5330952" cy="1243584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29400" y="5138928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我们的判断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具身智能还在早期，技术路径尚未收敛，要靠真实、可验证的场景来牵引方向。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真机数据飞轮只在 ROI 为正的场景里转得起来、扩得开；具体、可控、能落地的工业场景，是最好的土壤。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3E9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 · 深圳市智遇未来科技有限公司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902952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</a:t>
            </a:r>
            <a:pPr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·　深圳市智遇未来科技有限公司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0" y="29260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种子轮 · 2026 年 9 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12700">
            <a:solidFill>
              <a:srgbClr val="0F1E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4124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团队 · 进展 · 本轮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从智谱出来的团队，把大模型带进工厂。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彭俊坤 · 创始人 / CEO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清华计算机博士，前智谱大模型研究员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张静 · 首席科学家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人大计算机系主任、国家优青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46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宋雨桐 · 联合创始人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珠三角制造业一线企业家，全职加入创业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77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四位核心工程师 · 合伙人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均为清华研究生，与创始人连续合作 2–5 年，现金入股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90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底座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280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在智谱期间训练并开源了 26 亿参数端到端物理大模型，现在的产品就在这个底座上微调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311396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已经发生的事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1396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1396" y="234086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11396" y="2322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40580" y="230428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走访拆解 50+ 家工厂、12 类工序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1396" y="288950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1396" y="28712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640580" y="285292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家工厂签署数据合作框架协议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11396" y="343814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11396" y="34198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40580" y="34015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家产业园区签约合作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1396" y="398678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11396" y="39684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640580" y="395020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真机进厂试点，模型在产线上运行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11396" y="4535424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11396" y="45171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640580" y="449884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深圳市新质生产力示范项目 · 鲲鹏青年创新项目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165592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 · 种子轮（进行中）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65592" y="2157984"/>
            <a:ext cx="4572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65592" y="2304288"/>
            <a:ext cx="3566160" cy="2651760"/>
          </a:xfrm>
          <a:prstGeom prst="rect">
            <a:avLst/>
          </a:prstGeom>
          <a:solidFill>
            <a:srgbClr val="F6F8FA"/>
          </a:solidFill>
          <a:ln w="9525">
            <a:solidFill>
              <a:srgbClr val="E3E9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419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资金用途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原型机 → 标品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394192" y="3090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把试点机型做成可批量交付的标品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394192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首批装机进厂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94192" y="3749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在已签约的工厂与园区里铺第一批机器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94192" y="4133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394192" y="4407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工程与研究团队扩充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5257800"/>
            <a:ext cx="11274552" cy="86868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536752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来现场看机器跑。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商业计划书只提供给来深圳大学城现场交流、看过真机的机构：半小时看机器干活，签署保密协议后当天发送。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0" y="53675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彭俊坤 · 创始人 / CEO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18616943455 · pengjunkun@phyture.ai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深圳 · 南山区深圳大学城　公司官网 phyture.ai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3E9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智遇未来 · 深圳市智遇未来科技有限公司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902952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F7F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2026-09-26T07:49:14Z</dcterms:created>
  <dcterms:modified xsi:type="dcterms:W3CDTF">2026-09-26T07:49:14Z</dcterms:modified>
</cp:coreProperties>
</file>